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34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65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5F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CUSTOMER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Dashboards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Tableau Project | Data Source to Interactive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502920" cy="50292"/>
          </a:xfrm>
          <a:prstGeom prst="rect">
            <a:avLst/>
          </a:prstGeom>
          <a:solidFill>
            <a:srgbClr val="E0117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Internship | Bharat Cares, in association with IBM &amp; AICTE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49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involved designing and building two Tableau dashboards to help sales managers and executives analyze year-over-year sales performance and understand customer behavior — from raw CSV data all the way to a polished, interactive product.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9136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 &amp; quantity trends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48280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&amp; top contributors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1417320"/>
            <a:ext cx="3749040" cy="4389120"/>
          </a:xfrm>
          <a:prstGeom prst="roundRect">
            <a:avLst>
              <a:gd name="adj" fmla="val 1951"/>
            </a:avLst>
          </a:prstGeom>
          <a:solidFill>
            <a:srgbClr val="1F6F78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100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 Cares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(IBM x AICTE)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0100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Self-Initiated Project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built independently, end-to-end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0100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two dashboards that let sales managers and executives: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542032" cy="3566160"/>
          </a:xfrm>
          <a:prstGeom prst="roundRect">
            <a:avLst>
              <a:gd name="adj" fmla="val 2158"/>
            </a:avLst>
          </a:prstGeom>
          <a:solidFill>
            <a:srgbClr val="1F6F78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2860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1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32688" y="306324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KPIs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379476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high-level metrics at a glance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02152" y="2011680"/>
            <a:ext cx="2542032" cy="3566160"/>
          </a:xfrm>
          <a:prstGeom prst="roundRect">
            <a:avLst>
              <a:gd name="adj" fmla="val 2158"/>
            </a:avLst>
          </a:prstGeom>
          <a:solidFill>
            <a:srgbClr val="13343B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22860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1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03320" y="306324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Years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379476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current vs. previous year performance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2784" y="2011680"/>
            <a:ext cx="2542032" cy="3566160"/>
          </a:xfrm>
          <a:prstGeom prst="roundRect">
            <a:avLst>
              <a:gd name="adj" fmla="val 2158"/>
            </a:avLst>
          </a:prstGeom>
          <a:solidFill>
            <a:srgbClr val="1F6F78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22860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1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73952" y="306324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Trends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379476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highs and lows quickly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43416" y="2011680"/>
            <a:ext cx="2542032" cy="3566160"/>
          </a:xfrm>
          <a:prstGeom prst="roundRect">
            <a:avLst>
              <a:gd name="adj" fmla="val 2158"/>
            </a:avLst>
          </a:prstGeom>
          <a:solidFill>
            <a:srgbClr val="13343B"/>
          </a:solidFill>
          <a:ln/>
        </p:spPr>
      </p:sp>
      <p:sp>
        <p:nvSpPr>
          <p:cNvPr id="17" name="Text 15"/>
          <p:cNvSpPr/>
          <p:nvPr/>
        </p:nvSpPr>
        <p:spPr>
          <a:xfrm>
            <a:off x="9244584" y="22860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1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244584" y="306324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44584" y="379476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behavior &amp; top profit contributors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Process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1206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4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Tools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05840" y="2331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Customers Dashboard dataset — four related CSVs (Products, Orders, Customers, Location)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— used directly for data viewing &amp; exploration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4434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SQL logic within Tableau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285232" cy="4389120"/>
          </a:xfrm>
          <a:prstGeom prst="roundRect">
            <a:avLst>
              <a:gd name="adj" fmla="val 1250"/>
            </a:avLst>
          </a:prstGeom>
          <a:solidFill>
            <a:srgbClr val="1F6F78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Process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46520" y="2331720"/>
            <a:ext cx="365760" cy="365760"/>
          </a:xfrm>
          <a:prstGeom prst="ellipse">
            <a:avLst/>
          </a:prstGeom>
          <a:solidFill>
            <a:srgbClr val="E0117F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22860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data source by joining/relating the four CSV files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46520" y="3246120"/>
            <a:ext cx="365760" cy="365760"/>
          </a:xfrm>
          <a:prstGeom prst="ellipse">
            <a:avLst/>
          </a:prstGeom>
          <a:solidFill>
            <a:srgbClr val="E011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32004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data cleaning to handle inconsistencies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4160520"/>
            <a:ext cx="365760" cy="365760"/>
          </a:xfrm>
          <a:prstGeom prst="ellipse">
            <a:avLst/>
          </a:prstGeom>
          <a:solidFill>
            <a:srgbClr val="E011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41148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data analysis to identify key metrics &amp; trends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5074920"/>
            <a:ext cx="365760" cy="365760"/>
          </a:xfrm>
          <a:prstGeom prst="ellipse">
            <a:avLst/>
          </a:prstGeom>
          <a:solidFill>
            <a:srgbClr val="E011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50292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built two interactive dashboards with cross-filtering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how they were delivered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960120"/>
          </a:xfrm>
          <a:prstGeom prst="roundRect">
            <a:avLst>
              <a:gd name="adj" fmla="val 4762"/>
            </a:avLst>
          </a:prstGeom>
          <a:solidFill>
            <a:srgbClr val="F7F9F9"/>
          </a:solidFill>
          <a:ln w="12700">
            <a:solidFill>
              <a:srgbClr val="E3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63440" y="169164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cards for sales, profit &amp; quantity with % vs. prior year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10698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889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&amp; highs/lows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Sparklines with color-coded highest / lowest 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10698480" cy="960120"/>
          </a:xfrm>
          <a:prstGeom prst="roundRect">
            <a:avLst>
              <a:gd name="adj" fmla="val 4762"/>
            </a:avLst>
          </a:prstGeom>
          <a:solidFill>
            <a:srgbClr val="F7F9F9"/>
          </a:solidFill>
          <a:ln w="12700">
            <a:solidFill>
              <a:srgbClr val="E3E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862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 comparison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388620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bar chart: 2022 vs 2021 sales + profit/loss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983480"/>
            <a:ext cx="10698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9834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trend vs. average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3440" y="498348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charts with average line &amp; above/below shading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Result: $609K sales (+29.5%)  •  $82K profit (+32.7%)  •  10K units (+23.3%) vs. prior year</a:t>
            </a:r>
            <a:endParaRPr lang="en-US" sz="1300" dirty="0"/>
          </a:p>
        </p:txBody>
      </p:sp>
      <p:pic>
        <p:nvPicPr>
          <p:cNvPr id="4" name="Image 0" descr="sales_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8448" y="1417320"/>
            <a:ext cx="960120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how they were delivered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960120"/>
          </a:xfrm>
          <a:prstGeom prst="roundRect">
            <a:avLst>
              <a:gd name="adj" fmla="val 4762"/>
            </a:avLst>
          </a:prstGeom>
          <a:solidFill>
            <a:srgbClr val="F7F9F9"/>
          </a:solidFill>
          <a:ln w="12700">
            <a:solidFill>
              <a:srgbClr val="E3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1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63440" y="169164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cards for customers, sales/customer &amp; orders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10698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889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1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&amp; highs/lows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sparkline treatment as Sales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10698480" cy="960120"/>
          </a:xfrm>
          <a:prstGeom prst="roundRect">
            <a:avLst>
              <a:gd name="adj" fmla="val 4762"/>
            </a:avLst>
          </a:prstGeom>
          <a:solidFill>
            <a:srgbClr val="F7F9F9"/>
          </a:solidFill>
          <a:ln w="12700">
            <a:solidFill>
              <a:srgbClr val="E3E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862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1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by order count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388620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customer counts across order frequency (1–7)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983480"/>
            <a:ext cx="10698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9834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1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by profit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3440" y="498348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table: rank, name, last order, profit, sales, orders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Result: 638 customers (+23.1%)  •  $1.0K sales/customer (+16.3%)  •  1,315 orders (+26.7%) vs. prior year</a:t>
            </a:r>
            <a:endParaRPr lang="en-US" sz="1300" dirty="0"/>
          </a:p>
        </p:txBody>
      </p:sp>
      <p:pic>
        <p:nvPicPr>
          <p:cNvPr id="4" name="Image 0" descr="customer_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417320"/>
            <a:ext cx="9445752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Approach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429000" cy="402336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DCE4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965960"/>
            <a:ext cx="548640" cy="54864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Visual Language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header style, filter icons, and teal / pink coding for highest &amp; lowest values across both dashboards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645920"/>
            <a:ext cx="3429000" cy="402336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DCE4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965960"/>
            <a:ext cx="548640" cy="548640"/>
          </a:xfrm>
          <a:prstGeom prst="ellipse">
            <a:avLst/>
          </a:prstGeom>
          <a:solidFill>
            <a:srgbClr val="E0117F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+ Sparkline Pattern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KPI's current value and its trend in a single compact component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429000" cy="402336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DCE4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965960"/>
            <a:ext cx="548640" cy="54864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Filters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throughout both dashboards to keep every view interactive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698480" cy="1737360"/>
          </a:xfrm>
          <a:prstGeom prst="roundRect">
            <a:avLst>
              <a:gd name="adj" fmla="val 3158"/>
            </a:avLst>
          </a:prstGeom>
          <a:solidFill>
            <a:srgbClr val="F7F9F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737360"/>
            <a:ext cx="109728" cy="1737360"/>
          </a:xfrm>
          <a:prstGeom prst="rect">
            <a:avLst/>
          </a:prstGeom>
          <a:solidFill>
            <a:srgbClr val="E0117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933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Containers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nested containers to behave so the dashboard layout stayed responsive and clean across screen sizes.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10698480" cy="1737360"/>
          </a:xfrm>
          <a:prstGeom prst="roundRect">
            <a:avLst>
              <a:gd name="adj" fmla="val 3158"/>
            </a:avLst>
          </a:prstGeom>
          <a:solidFill>
            <a:srgbClr val="F7F9F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794760"/>
            <a:ext cx="109728" cy="1737360"/>
          </a:xfrm>
          <a:prstGeom prst="rect">
            <a:avLst/>
          </a:prstGeom>
          <a:solidFill>
            <a:srgbClr val="E0117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0507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 Chart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45720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bucketing of customers by order count to build a clear, accurate distribution view.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dashboards give stakeholders a single-screen view of performance, replacing manual report pulls and making year-over-year comparisons and outliers immediately visible.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2542032" cy="3108960"/>
          </a:xfrm>
          <a:prstGeom prst="roundRect">
            <a:avLst>
              <a:gd name="adj" fmla="val 2518"/>
            </a:avLst>
          </a:prstGeom>
          <a:solidFill>
            <a:srgbClr val="1F6F7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06324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$609K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3891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1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+29.5% vs 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02152" y="2468880"/>
            <a:ext cx="2542032" cy="3108960"/>
          </a:xfrm>
          <a:prstGeom prst="roundRect">
            <a:avLst>
              <a:gd name="adj" fmla="val 2518"/>
            </a:avLst>
          </a:prstGeom>
          <a:solidFill>
            <a:srgbClr val="1F6F78"/>
          </a:solidFill>
          <a:ln/>
        </p:spPr>
      </p:sp>
      <p:sp>
        <p:nvSpPr>
          <p:cNvPr id="9" name="Text 7"/>
          <p:cNvSpPr/>
          <p:nvPr/>
        </p:nvSpPr>
        <p:spPr>
          <a:xfrm>
            <a:off x="3639312" y="306324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$82K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39312" y="3931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39312" y="43891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1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+32.7% vs 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2784" y="2468880"/>
            <a:ext cx="2542032" cy="3108960"/>
          </a:xfrm>
          <a:prstGeom prst="roundRect">
            <a:avLst>
              <a:gd name="adj" fmla="val 2518"/>
            </a:avLst>
          </a:prstGeom>
          <a:solidFill>
            <a:srgbClr val="1F6F7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9944" y="306324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9944" y="3931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9944" y="43891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1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+23.1% vs 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43416" y="2468880"/>
            <a:ext cx="2542032" cy="3108960"/>
          </a:xfrm>
          <a:prstGeom prst="roundRect">
            <a:avLst>
              <a:gd name="adj" fmla="val 2518"/>
            </a:avLst>
          </a:prstGeom>
          <a:solidFill>
            <a:srgbClr val="1F6F78"/>
          </a:solidFill>
          <a:ln/>
        </p:spPr>
      </p:sp>
      <p:sp>
        <p:nvSpPr>
          <p:cNvPr id="17" name="Text 15"/>
          <p:cNvSpPr/>
          <p:nvPr/>
        </p:nvSpPr>
        <p:spPr>
          <a:xfrm>
            <a:off x="9180576" y="306324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1,315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0576" y="3931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0576" y="43891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1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+26.7% vs PY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3611880"/>
            <a:ext cx="502920" cy="50292"/>
          </a:xfrm>
          <a:prstGeom prst="rect">
            <a:avLst/>
          </a:prstGeom>
          <a:solidFill>
            <a:srgbClr val="E0117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2026-07-20T19:56:08Z</dcterms:created>
  <dcterms:modified xsi:type="dcterms:W3CDTF">2026-07-20T19:56:08Z</dcterms:modified>
</cp:coreProperties>
</file>